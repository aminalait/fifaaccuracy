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4280837e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4280837e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4280837e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4280837e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4280837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4280837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4280837e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e4280837e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4280837e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4280837e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4280837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4280837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4280837e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4280837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4280837e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4280837e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b9a0b07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b9a0b07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ofifa.com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transfermarkt.de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Accurate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FIFA Game’s Predictions Are?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Kevin Bindig &amp; Amin Al-Ait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Myth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The video game FIFA is released on a yearly basis. It tracks a large amount of (but not all) players from 16 to 40 years old.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And our myth says that FIFA game is a good indicator for the progression of young talents in real life world of Football.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Myth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FIFA Career Mode: “lets you control your favourite team on and off the field." - Wikipedia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Aim: Players cross their predicted potential put by FIFA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</a:t>
            </a:r>
            <a:r>
              <a:rPr lang="en" sz="3600">
                <a:solidFill>
                  <a:schemeClr val="dk1"/>
                </a:solidFill>
              </a:rPr>
              <a:t>ata Basis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3" name="Google Shape;93;p16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Overall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rating and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potential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 rating of players in the game FIFA.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And track their rating progress in following FIFA games (07-21) from FIFA Game database website </a:t>
            </a:r>
            <a:r>
              <a:rPr b="0"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sofifa.com</a:t>
            </a:r>
            <a:endParaRPr b="0" sz="1800" u="sng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We chose 360 players, age 19, for each FIFA year, sorted by maximum potential first.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Data Basis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Further, we aim to compare and contrast the overall distribution of every player to real life performance data scraped from their respective profiles in </a:t>
            </a:r>
            <a:r>
              <a:rPr b="0"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transfermarkt.de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.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450" y="1197675"/>
            <a:ext cx="2951550" cy="34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Data</a:t>
            </a:r>
            <a:endParaRPr b="0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The database: Name, Age, Club, Overall, Pot19. 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Methods to create data sets and graphs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Scraping packages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Rvest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Rselenium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Plotting packages</a:t>
            </a:r>
            <a:endParaRPr b="0"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b="0" lang="en" sz="2400"/>
              <a:t>Ggplot2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875" y="162725"/>
            <a:ext cx="7239400" cy="4980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2" name="Google Shape;112;p19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2855550" y="5483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Info: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9"/>
          <p:cNvSpPr txBox="1"/>
          <p:nvPr>
            <p:ph idx="4294967295" type="body"/>
          </p:nvPr>
        </p:nvSpPr>
        <p:spPr>
          <a:xfrm>
            <a:off x="1924800" y="1206375"/>
            <a:ext cx="5389500" cy="37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We decided to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exclusively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 choose players at the age of 19 of every year (07 - 21). 360 players have been scraped for 2007 and 2008 each, and only a few for 2009 thus far. Plan is to scrape 360 for each year 07 to 21.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Overall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overall score of the player out of 100. (100 is a perfect player)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Prime Overall</a:t>
            </a:r>
            <a:b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Highest overall achieved by the player throughout his career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(Max) Potential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The potential put by FIFA on a player at the age of 19.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Difference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=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Max Potential - Overall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119"/>
            <a:ext cx="9144000" cy="4767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119"/>
            <a:ext cx="9144000" cy="4767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0" y="85550"/>
            <a:ext cx="8971727" cy="49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Dramaturgy</a:t>
            </a:r>
            <a:endParaRPr b="0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C</a:t>
            </a:r>
            <a:r>
              <a:rPr b="0" lang="en" sz="2400"/>
              <a:t>onclusion &amp; evaluation of the myth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Out of 244 scraped players of year 07, only 27 players reach (and passed) their predicted potential rating. </a:t>
            </a:r>
            <a:endParaRPr b="0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0" lang="en" sz="2400"/>
              <a:t>11% accuracy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3" name="Google Shape;143;p24"/>
          <p:cNvPicPr preferRelativeResize="0"/>
          <p:nvPr/>
        </p:nvPicPr>
        <p:blipFill rotWithShape="1">
          <a:blip r:embed="rId4">
            <a:alphaModFix/>
          </a:blip>
          <a:srcRect b="10011" l="9244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Our plans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4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Build Bridge To Real World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Every player will have stats from their real life performance(games played, minutes played, points per game, goals, assists), so we can better connect the facts.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Scraping!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Bigger Dataset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Increase player samples to 360 for each year from 07 to 21.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More scraping!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